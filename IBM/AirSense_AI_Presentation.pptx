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731520"/>
            <a:ext cx="1097280" cy="1097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05840" y="210312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97BC62"/>
          </a:solidFill>
          <a:ln/>
        </p:spPr>
      </p:sp>
      <p:sp>
        <p:nvSpPr>
          <p:cNvPr id="5" name="Text 2"/>
          <p:cNvSpPr/>
          <p:nvPr/>
        </p:nvSpPr>
        <p:spPr>
          <a:xfrm>
            <a:off x="100584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1A"/>
                </a:solidFill>
              </a:rPr>
              <a:t>SDG 11 + SDG 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206240" y="914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AirSense AI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206240" y="18745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Monitoring &amp;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Advisory Assistant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206240" y="32461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Sustainability Virtual Internship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× IBM SkillsBuild × AICTE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4281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BC62"/>
                </a:solidFill>
              </a:rPr>
              <a:t>Team of 4  ·  Cities &amp; Communities Domain  ·  Python / RAG / Prompt Engineering / IBM Granite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PROBLEM STATEMENT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3474720"/>
          </a:xfrm>
          <a:prstGeom prst="roundRect">
            <a:avLst>
              <a:gd name="adj" fmla="val 4286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430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10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65760" y="29260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people breathe air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that exceeds WHO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quality limits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0" y="9601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Problem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200400" y="1572768"/>
            <a:ext cx="256032" cy="2560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7"/>
          <p:cNvSpPr/>
          <p:nvPr/>
        </p:nvSpPr>
        <p:spPr>
          <a:xfrm>
            <a:off x="3566160" y="15087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</a:rPr>
              <a:t>Urban air quality data exists but is hard to access and interpret for everyday citizens.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0" y="2167128"/>
            <a:ext cx="256032" cy="2560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21031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</a:rPr>
              <a:t>People lack real-time, personalised health guidance based on current AQI levels.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0" y="2761488"/>
            <a:ext cx="256032" cy="2560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1"/>
          <p:cNvSpPr/>
          <p:nvPr/>
        </p:nvSpPr>
        <p:spPr>
          <a:xfrm>
            <a:off x="3566160" y="26974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</a:rPr>
              <a:t>Cities like Ahmedabad regularly record hazardous AQI, yet awareness remains low.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00400" y="3355848"/>
            <a:ext cx="256032" cy="256032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3"/>
          <p:cNvSpPr/>
          <p:nvPr/>
        </p:nvSpPr>
        <p:spPr>
          <a:xfrm>
            <a:off x="3566160" y="3291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1A"/>
                </a:solidFill>
              </a:rPr>
              <a:t>Vulnerable groups (elderly, children, patients) have no early-warning system.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EEF5E8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2D"/>
                </a:solidFill>
              </a:rPr>
              <a:t>How might we use AI to analyze air quality data so that urban communities can make healthier daily decisions?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SDG ALIGNMENT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931920" cy="40233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1188720"/>
          </a:xfrm>
          <a:prstGeom prst="roundRect">
            <a:avLst>
              <a:gd name="adj" fmla="val 10769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3931920" cy="502920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96012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9601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17320" y="130759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Sustainable Cities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&amp; Communities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2331720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</a:rPr>
              <a:t>Smart urban health monitoring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5800" y="2926080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</a:rPr>
              <a:t>Real-time city-level AQI insights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5800" y="3520440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3429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</a:rPr>
              <a:t>Supports inclusive public awareness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754880" y="868680"/>
            <a:ext cx="3931920" cy="40233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868680"/>
            <a:ext cx="3931920" cy="1188720"/>
          </a:xfrm>
          <a:prstGeom prst="roundRect">
            <a:avLst>
              <a:gd name="adj" fmla="val 10769"/>
            </a:avLst>
          </a:prstGeom>
          <a:solidFill>
            <a:srgbClr val="2C5F2D"/>
          </a:solidFill>
          <a:ln/>
        </p:spPr>
      </p:sp>
      <p:sp>
        <p:nvSpPr>
          <p:cNvPr id="18" name="Shape 15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960120"/>
            <a:ext cx="685800" cy="6858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715000" y="9601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3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5715000" y="130759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Good Health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&amp; Well-being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983480" y="2331720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Text 19"/>
          <p:cNvSpPr/>
          <p:nvPr/>
        </p:nvSpPr>
        <p:spPr>
          <a:xfrm>
            <a:off x="5303520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</a:rPr>
              <a:t>Personalised health advisories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983480" y="2926080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Text 21"/>
          <p:cNvSpPr/>
          <p:nvPr/>
        </p:nvSpPr>
        <p:spPr>
          <a:xfrm>
            <a:off x="5303520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</a:rPr>
              <a:t>Risk alerts for vulnerable groups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4983480" y="3520440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7" name="Text 23"/>
          <p:cNvSpPr/>
          <p:nvPr/>
        </p:nvSpPr>
        <p:spPr>
          <a:xfrm>
            <a:off x="5303520" y="3429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E1A"/>
                </a:solidFill>
              </a:rPr>
              <a:t>Data-backed prevention guidance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7A55"/>
                </a:solidFill>
              </a:rPr>
              <a:t>Primary SDG: 11  ·  Secondary SDG: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 SOLUTION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AirSense AI — How It Works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64208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450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AQI feeds + historical datasets for cities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221992" y="24231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468880" y="150876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664208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14600" y="2450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6032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WHO guidelines + local health docs as knowledge base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416552" y="24231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4663440" y="150876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664208"/>
            <a:ext cx="731520" cy="731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9160" y="2450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Granite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75488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Prompt-engineered model generates health advisories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611112" y="24231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6858000" y="150876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664208"/>
            <a:ext cx="731520" cy="7315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24505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949440" y="2971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Natural language Q&amp;A chatbot for citizens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65760" y="42062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EEF5E8"/>
          </a:solidFill>
          <a:ln/>
        </p:spPr>
      </p:sp>
      <p:sp>
        <p:nvSpPr>
          <p:cNvPr id="25" name="Text 19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Sample: User asks → "Is it safe to jog outside in Ahmedabad today?"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45537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7A55"/>
                </a:solidFill>
              </a:rPr>
              <a:t>AirSense AI replies → "AQI is 178 (Unhealthy). Avoid outdoor exercise. Wear N95 if going out. High-risk for asthma patients."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TEAM &amp; WORK SPLIT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4712" y="1078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7A55"/>
                </a:solidFill>
              </a:rPr>
              <a:t>Person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24712" y="1335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1783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</a:rPr>
              <a:t>AQI dataset collection, cleaning &amp; preprocessing. Identify open data sources (CPCB, IQAir).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91440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05272" y="1078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7A55"/>
                </a:solidFill>
              </a:rPr>
              <a:t>Person 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605272" y="1335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Specialist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83480" y="1783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</a:rPr>
              <a:t>Build RAG pipeline. Load WHO air quality guidelines + city health docs as knowledge base.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8803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6324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24712" y="3044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7A55"/>
                </a:solidFill>
              </a:rPr>
              <a:t>Person 3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124712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&amp; LLM Engineer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02920" y="3749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</a:rPr>
              <a:t>Design prompt templates. Integrate IBM Granite model. Test advisory response quality.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800600" y="28803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6324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05272" y="3044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7A55"/>
                </a:solidFill>
              </a:rPr>
              <a:t>Person 4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605272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Documentation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83480" y="3749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1A"/>
                </a:solidFill>
              </a:rPr>
              <a:t>Responsible AI section, PPT/PDF deliverable, impact statement, SDG mapping write-up.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7A55"/>
                </a:solidFill>
              </a:rPr>
              <a:t>College Names · 1M1B AI for Sustainability Virtual Internship 2025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RESPONSIBLE AI CONSIDERATIONS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EEF5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4712" y="11155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810512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5"/>
          <p:cNvSpPr/>
          <p:nvPr/>
        </p:nvSpPr>
        <p:spPr>
          <a:xfrm>
            <a:off x="832104" y="171907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</a:rPr>
              <a:t>AQI data covers all city zones, not just affluent areas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249424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7"/>
          <p:cNvSpPr/>
          <p:nvPr/>
        </p:nvSpPr>
        <p:spPr>
          <a:xfrm>
            <a:off x="832104" y="215798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</a:rPr>
              <a:t>Advisory language available in regional languages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800600" y="91440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EEF5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972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05272" y="11155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7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029200" y="1810512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1"/>
          <p:cNvSpPr/>
          <p:nvPr/>
        </p:nvSpPr>
        <p:spPr>
          <a:xfrm>
            <a:off x="5312664" y="171907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</a:rPr>
              <a:t>AI explains how each health advisory is derived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29200" y="2249424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3"/>
          <p:cNvSpPr/>
          <p:nvPr/>
        </p:nvSpPr>
        <p:spPr>
          <a:xfrm>
            <a:off x="5312664" y="215798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</a:rPr>
              <a:t>Sources (WHO guidelines, CPCB data) clearly cited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320040" y="292608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EEF5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089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24712" y="3127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48640" y="3822192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17"/>
          <p:cNvSpPr/>
          <p:nvPr/>
        </p:nvSpPr>
        <p:spPr>
          <a:xfrm>
            <a:off x="832104" y="37307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</a:rPr>
              <a:t>No biased health recommendations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4261104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19"/>
          <p:cNvSpPr/>
          <p:nvPr/>
        </p:nvSpPr>
        <p:spPr>
          <a:xfrm>
            <a:off x="832104" y="416966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</a:rPr>
              <a:t>No collection of personal health data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800600" y="292608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EEF5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08960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05272" y="3127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7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5029200" y="3822192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9" name="Text 23"/>
          <p:cNvSpPr/>
          <p:nvPr/>
        </p:nvSpPr>
        <p:spPr>
          <a:xfrm>
            <a:off x="5312664" y="373075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</a:rPr>
              <a:t>Location used only for local AQI query, not stored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5029200" y="4261104"/>
            <a:ext cx="182880" cy="1828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1" name="Text 25"/>
          <p:cNvSpPr/>
          <p:nvPr/>
        </p:nvSpPr>
        <p:spPr>
          <a:xfrm>
            <a:off x="5312664" y="416966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1A"/>
                </a:solidFill>
              </a:rPr>
              <a:t>Fully anonymised — no user profiling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4281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EXPECTED IMPACT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AirSense AI is deployed at scale: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2233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45336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697480" y="153619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of urban citizens get daily personalised air quality health advisories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258568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22332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86584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35000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20-30%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697480" y="2377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reduction in avoidable respiratory emergency visits through early alerts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5760" y="3099816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22332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27832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19125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2697480" y="321868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AQI trend analysis helps city planners make informed policy decisions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65760" y="3941064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22332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690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403250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PII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2697480" y="405993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collected — privacy-safe, scalable, and deployable in any Indian city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AirSense AI — Air Quality &amp; Health Advisory Assistant</dc:title>
  <dc:subject>PptxGenJS Presentation</dc:subject>
  <dc:creator>1M1B AI for Sustainability Internship</dc:creator>
  <cp:lastModifiedBy>1M1B AI for Sustainability Internship</cp:lastModifiedBy>
  <cp:revision>1</cp:revision>
  <dcterms:created xsi:type="dcterms:W3CDTF">2026-06-12T18:46:45Z</dcterms:created>
  <dcterms:modified xsi:type="dcterms:W3CDTF">2026-06-12T18:46:45Z</dcterms:modified>
</cp:coreProperties>
</file>